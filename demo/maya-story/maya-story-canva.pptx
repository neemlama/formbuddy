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 (10s): In Nepal, Maya fills the same details into 10 to 15 forms a year. FormBuddy is the Good Neighbor agent that reads the real form and never submits without approval. [In Canva: Animate &gt; Rise, add Elements &gt; indian student girl illustration right side]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 (12s): Ward letters, scholarships, exam registrations — same name, citizenship, ward, slightly different wording. Guess one required field and the application is rejected. [Canva: 3 stacked paper graphics left, red REJECTED stamp sticker on third, Stomp animation]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 (8s): Multiply Maya by 30 families and a cooperative loses two hours per batch. [Canva: 30 paper icons grid, Breathe animation]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 (12s): FormBuddy reads the real form live, matches it against your saved profile and even a photo of your citizenship, drafts the exact plan, refuses to invent, and waits for your tap. Four minutes becomes 45 seconds. [Canva: check-mark stickers popping in with Pop animation, one per line]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 (10s): See, decide, act. Only after you approve does anything get filled — cloud submits for you, extension fills your tab and you click submit. Every step is audited. [Canva: 3 arrow-connected boxes, Wipe animation left to right, then cut to live demo]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FORMBUDDY  •  GOOD NEIGHBOR AGENT  •  AWS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Maya fills the same details 15 times a year.</a:t>
            </a:r>
            <a:br/>
            <a:r>
              <a:t>FormBuddy reads the real form — and waits for approval.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In Canva: add a student illustration (Elements &gt; 'indian student girl studying') + Animate &gt; Rise on all.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E123C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Ward letter… same name.</a:t>
            </a:r>
            <a:br/>
            <a:r>
              <a:t>Scholarship… same name.</a:t>
            </a:r>
            <a:br/>
            <a:r>
              <a:t>Exam form… same name.</a:t>
            </a:r>
            <a:br/>
            <a:br/>
            <a:r>
              <a:t>One guessed field =</a:t>
            </a:r>
            <a:br/>
            <a:r>
              <a:t>REJECTED.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18872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D97706"/>
                </a:solidFill>
              </a:defRPr>
            </a:pPr>
            <a:r>
              <a:t>10–15 forms / year</a:t>
            </a:r>
            <a:br/>
            <a:r>
              <a:t>4 min each</a:t>
            </a:r>
            <a:br/>
            <a:br/>
            <a:r>
              <a:t>Autofill pastes blindly</a:t>
            </a:r>
            <a:br/>
            <a:r>
              <a:t>and never 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 cooperative helping 30 families does this × 30.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D97706"/>
                </a:solidFill>
              </a:defRPr>
            </a:pPr>
            <a:r>
              <a:t>~2 hours lost per batch  •  errors  •  rejections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MEET FORMBUDDY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✔  Reads the REAL form live</a:t>
            </a:r>
            <a:br/>
            <a:r>
              <a:t>✔  Matches your profile + document photo</a:t>
            </a:r>
            <a:br/>
            <a:r>
              <a:t>✔  Never invents a missing field</a:t>
            </a:r>
            <a:br/>
            <a:r>
              <a:t>✔  Waits for YOUR approval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766E"/>
                </a:solidFill>
              </a:defRPr>
            </a:pPr>
            <a:r>
              <a:t>HOW IT WORKS  —  SEE  →  DECIDE  →  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E293B"/>
                </a:solidFill>
              </a:defRPr>
            </a:pPr>
            <a:r>
              <a:t>1. SEE</a:t>
            </a:r>
            <a:br/>
            <a:r>
              <a:t>Reads the form via browser or your open tab.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3716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E293B"/>
                </a:solidFill>
              </a:defRPr>
            </a:pPr>
            <a:r>
              <a:t>2. DECIDE</a:t>
            </a:r>
            <a:br/>
            <a:r>
              <a:t>You review the exact plan and Approve.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E293B"/>
                </a:solidFill>
              </a:defRPr>
            </a:pPr>
            <a:r>
              <a:t>3. ACT</a:t>
            </a:r>
            <a:br/>
            <a:r>
              <a:t>Cloud submits, or extension fills your tab.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